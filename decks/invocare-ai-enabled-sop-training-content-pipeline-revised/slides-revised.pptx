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— Insight gradient, dual branded.
Keep it brief. "Approach Playback" sets the informal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 slide. Keep it warm and brief.
Two key messages: high-consequence environment, existing relationship.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Grounded in what Joanne and the team actually described.
Four problems in 2x2 cards, then a key message callout box (UWA style).
Don't rush — let the audience see themselves in these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 — UWA style gradient slide.
Transition from problems to solution. One sentence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 language features, numbered, tied directly to what Joanne described.
No invented capabilities. No buzzwords.
Each line maps to something from the requirements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Simplified pipeline. No "knowledge graph" language.
Capture → Generate → Review → Publish → Update.
Maps directly to what Joanne described: record, generate, review, publish, re-trigger on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Mockup: what happens when a process changes.
Re-annotated to match the actual workflow Joanne described:
1. OPS team identifies a process change
2. All linked training content is regenerated
3. Affected staff are notified
This is the core value proposition — small change, automatic cascade.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Mockup: staff looking up a procedure.
Re-annotated to match Joanne's description:
1. Staff asks "how do I do this?" — scan QR code or search
2. Gets the current SOP steps immediately
3. Video and QRG linked for deeper learning
"It's really about the how to" — Joanne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UWA-style 4-phase cards. Prototype → Pilot → Production → Support.
Short, non-technical, clearly about risk reduction.
Matches what Joanne and the team agreed: start with a PoC, validate, then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slide. Clean and clear.
- PoV bundles Prototype + Pilot at ~$45k
- Production at ~$100-150k, contingent on PoV results
- Support TBC
- Caveats clearly stated: contingent on PoV, indicative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 — bookends with the title.
Partnership language: "Let's build this together."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InvoCare — AI-Enabled SOP &amp; Training Content Pipeline</dc:title>
  <dc:subject>Insight Enterprises APAC | Approach Playback
March 2026
</dc:subject>
  <dc:creator/>
  <cp:lastModifiedBy/>
  <cp:revision>1</cp:revision>
  <dcterms:created xsi:type="dcterms:W3CDTF">2026-04-08T05:58:23Z</dcterms:created>
  <dcterms:modified xsi:type="dcterms:W3CDTF">2026-04-08T05:58:23Z</dcterms:modified>
</cp:coreProperties>
</file>